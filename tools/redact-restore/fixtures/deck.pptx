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Taylor Brooks" initials="T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Auth1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Dalton Vantage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Best Byte</c:v>
                </c:pt>
                <c:pt idx="1">
                  <c:v>ValuMart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6399</c:v>
                </c:pt>
                <c:pt idx="1">
                  <c:v>4343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11-02T09:00:00.000" idx="1">
    <p:pos x="10" y="10"/>
    <p:text>Confirm the Best Byte date with Rachel Kim.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Rachel Kim that Falcon is under NDA until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m1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bestbyte.example/falc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Review: Dalton Computers at Best Byte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Taylor Brooks, taylor.brooks@fieldforce.example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Falcon launch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i="0"/>
              <a:t>Endcaps at Best </a:t>
            </a:r>
            <a:r>
              <a:rPr b="0" i="1"/>
              <a:t>Byte</a:t>
            </a:r>
            <a:r>
              <a:rPr b="0" i="0"/>
              <a:t> and ValuMart start Nov 9.</a:t>
            </a:r>
          </a:p>
          <a:p>
            <a:r>
              <a:t>Call Rachel Kim at (214) 555-0125 before the reset.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Sell-through by retailer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Retailer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Best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Rachel Kim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ValuMart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Marcus Webb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endcap at Best Byte</a:t>
            </a:r>
          </a:p>
        </p:txBody>
      </p:sp>
      <p:pic>
        <p:nvPicPr>
          <p:cNvPr id="3" name="Best Byte photo" descr="Best Byte endcap photo, store 44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Promo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Falcon units by retailer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Hidden: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share: Project Falcon pricing for Best Byte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Company>Dalton Computers</Company>
  <Manager>Rachel Kim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Dalton Computers Q3 review</dc:title>
  <dc:subject/>
  <dc:creator>Taylor Brooks</dc:creator>
  <cp:keywords/>
  <dc:description>generated using python-pptx</dc:description>
  <cp:lastModifiedBy>Taylor Brooks</cp:lastModifiedBy>
  <cp:revision>1</cp:revision>
  <dcterms:created xsi:type="dcterms:W3CDTF">2026-11-02T09:00:00Z</dcterms:created>
  <dcterms:modified xsi:type="dcterms:W3CDTF">2026-11-02T09:00:00Z</dcterms:modified>
  <cp:category/>
</cp:coreProperties>
</file>