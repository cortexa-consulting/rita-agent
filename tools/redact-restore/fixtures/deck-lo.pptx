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comments/comment2.xml" ContentType="application/vnd.openxmlformats-officedocument.presentationml.comments+xml"/>
  <Override PartName="/ppt/media/image1.png" ContentType="image/png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ommentAuthors.xml" ContentType="application/vnd.openxmlformats-officedocument.presentationml.commentAuthors+xml"/>
  <Override PartName="/ppt/notesSlides/_rels/notesSlide2.xml.rels" ContentType="application/vnd.openxmlformats-package.relationships+xml"/>
  <Override PartName="/ppt/notesSlides/notesSlide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</p:sldIdLst>
  <p:sldSz cx="9144000" cy="6858000"/>
  <p:notesSz cx="6858000" cy="9144000"/>
</p:presentation>
</file>

<file path=ppt/commentAuthors.xml><?xml version="1.0" encoding="utf-8"?>
<p:cmAuthorLst xmlns:p="http://schemas.openxmlformats.org/presentationml/2006/main">
  <p:cmAuthor id="0" name="Taylor Brooks" initials="TB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presProps" Target="presProps.xml"/><Relationship Id="rId21" Type="http://schemas.openxmlformats.org/officeDocument/2006/relationships/commentAuthors" Target="commentAuthor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1" sz="2160" spc="-1" strike="noStrike">
                <a:solidFill>
                  <a:srgbClr val="000000"/>
                </a:solidFill>
                <a:latin typeface="Calibri"/>
              </a:defRPr>
            </a:pPr>
            <a:r>
              <a:rPr b="1" sz="2160" spc="-1" strike="noStrike">
                <a:solidFill>
                  <a:srgbClr val="000000"/>
                </a:solidFill>
                <a:latin typeface="Calibri"/>
              </a:rPr>
              <a:t>Dalton Vantage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Dalton Vantage</c:v>
                </c:pt>
              </c:strCache>
            </c:strRef>
          </c:tx>
          <c:spPr>
            <a:solidFill>
              <a:srgbClr val="4f81bd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2"/>
                <c:pt idx="0">
                  <c:v>Best Byte</c:v>
                </c:pt>
                <c:pt idx="1">
                  <c:v>ValuMart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6399</c:v>
                </c:pt>
                <c:pt idx="1">
                  <c:v>4343</c:v>
                </c:pt>
              </c:numCache>
            </c:numRef>
          </c:val>
        </c:ser>
        <c:gapWidth val="150"/>
        <c:overlap val="0"/>
        <c:axId val="81621503"/>
        <c:axId val="71439106"/>
      </c:barChart>
      <c:catAx>
        <c:axId val="81621503"/>
        <c:scaling>
          <c:orientation val="minMax"/>
        </c:scaling>
        <c:delete val="0"/>
        <c:axPos val="b"/>
        <c:numFmt formatCode="[$-409]mm/dd/yyyy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pc="-1" strike="noStrike">
                <a:solidFill>
                  <a:srgbClr val="000000"/>
                </a:solidFill>
                <a:latin typeface="Calibri"/>
              </a:defRPr>
            </a:pPr>
          </a:p>
        </c:txPr>
        <c:crossAx val="71439106"/>
        <c:crosses val="autoZero"/>
        <c:auto val="1"/>
        <c:lblAlgn val="ctr"/>
        <c:lblOffset val="100"/>
        <c:noMultiLvlLbl val="0"/>
      </c:catAx>
      <c:valAx>
        <c:axId val="71439106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pc="-1" strike="noStrike">
                <a:solidFill>
                  <a:srgbClr val="000000"/>
                </a:solidFill>
                <a:latin typeface="Calibri"/>
              </a:defRPr>
            </a:pPr>
          </a:p>
        </c:txPr>
        <c:crossAx val="81621503"/>
        <c:crosses val="autoZero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omments/comment2.xml><?xml version="1.0" encoding="utf-8"?>
<p:cmLst xmlns:p="http://schemas.openxmlformats.org/presentationml/2006/main">
  <p:cm authorId="0" dt="2026-11-02T09:00:00.000000000" idx="1">
    <p:pos x="0" y="0"/>
    <p:text>Confirm the Best Byte date with Rachel Kim.</p:text>
  </p:cm>
</p:cmLst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F7FF889B-713F-42EC-B9A4-726848222F72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Remind Rachel Kim that Falcon is under NDA until launch.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F78CD5D-46ED-4E11-98AE-39BFFA674663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6B592E-E2F9-455B-AA75-4FEE3CD7D94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60BF888-AB54-4033-85C0-109CDC27411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577B321-2F25-4DD5-A2D7-7B9185A6CC4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502CE8B-2694-4DF5-AA59-E8F24F76275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F31A72FD-49FA-4CE9-8BB6-49B560BFCFF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A4FEB5BE-0D03-4F27-A14A-6F68D56858D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4F926345-C98B-412F-9367-5203BA2DE28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5E35FA51-92AE-4E7F-9911-85B8A84A7D5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11EA11BB-B512-4728-9703-367D256AC01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CD6C9816-C3BE-478B-A9C2-718FEE99E62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B30E48E5-7749-470E-9142-9A5BB43DBE2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3709ADF-23C2-4B5D-A7F6-1F5867BE63F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D4CACAA-FA49-4A85-A6C9-5E549118E16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DC0419D-AB57-4324-93F8-6769F17BCBE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2113461-89C8-4726-A5D0-32901C0A42E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9D6CBDB-F8C0-4B27-A239-781ADA8B670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D86A2DA-09E7-4D4D-929A-FB3F933AC59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5F4961C-9722-4708-B79D-95E138D9DEE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F98B007-C973-4F2B-93DA-A6B53451DB3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FA8137A-9EB5-46FD-8CC2-93D2DB44B37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F5FBFC3-AC9A-4AC7-9E22-33D99B29E43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9C543AF-116D-4E24-AE17-697048D01FC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omments" Target="../comments/comment2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https://bestbyte.example/falcon" TargetMode="External"/><Relationship Id="rId3" Type="http://schemas.openxmlformats.org/officeDocument/2006/relationships/slideLayout" Target="../slideLayouts/slideLayout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Q3 Review: Dalton Computers at Best Byte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Prepared by Taylor Brooks, taylor.brooks@fieldforce.example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Project Falcon launch plan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3200" spc="-1" strike="noStrike">
                <a:solidFill>
                  <a:schemeClr val="dk1"/>
                </a:solidFill>
                <a:latin typeface="Calibri"/>
              </a:rPr>
              <a:t>Endcaps at Best </a:t>
            </a:r>
            <a:r>
              <a:rPr b="0" i="1" lang="en-US" sz="3200" spc="-1" strike="noStrike">
                <a:solidFill>
                  <a:schemeClr val="dk1"/>
                </a:solidFill>
                <a:latin typeface="Calibri"/>
              </a:rPr>
              <a:t>Byte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and ValuMart start Nov 9.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Call Rachel Kim at (214) 555-0125 before the reset.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Sell-through by retailer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graphicFrame>
        <p:nvGraphicFramePr>
          <p:cNvPr id="78" name="Table 2"/>
          <p:cNvGraphicFramePr/>
          <p:nvPr/>
        </p:nvGraphicFramePr>
        <p:xfrm>
          <a:off x="914400" y="1828800"/>
          <a:ext cx="7314840" cy="1371600"/>
        </p:xfrm>
        <a:graphic>
          <a:graphicData uri="http://schemas.openxmlformats.org/drawingml/2006/table">
            <a:tbl>
              <a:tblPr/>
              <a:tblGrid>
                <a:gridCol w="2438280"/>
                <a:gridCol w="2438280"/>
                <a:gridCol w="2438280"/>
              </a:tblGrid>
              <a:tr h="4572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Retailer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Units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Best Byte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6,399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Rachel Kim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ValuMart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4,343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Marcus Webb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The endcap at Best Byte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80" name="Best Byte photo" descr="Best Byte endcap photo, store 4471"/>
          <p:cNvPicPr/>
          <p:nvPr/>
        </p:nvPicPr>
        <p:blipFill>
          <a:blip r:embed="rId1"/>
          <a:stretch/>
        </p:blipFill>
        <p:spPr>
          <a:xfrm>
            <a:off x="914400" y="1828800"/>
            <a:ext cx="3657240" cy="2057040"/>
          </a:xfrm>
          <a:prstGeom prst="rect">
            <a:avLst/>
          </a:prstGeom>
          <a:ln w="0">
            <a:noFill/>
          </a:ln>
        </p:spPr>
      </p:pic>
      <p:sp>
        <p:nvSpPr>
          <p:cNvPr id="81" name="TextBox 3"/>
          <p:cNvSpPr/>
          <p:nvPr/>
        </p:nvSpPr>
        <p:spPr>
          <a:xfrm>
            <a:off x="6208560" y="1828800"/>
            <a:ext cx="129816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 u="sng">
                <a:solidFill>
                  <a:schemeClr val="dk1"/>
                </a:solidFill>
                <a:uFillTx/>
                <a:latin typeface="Calibri"/>
                <a:hlinkClick r:id="rId2"/>
              </a:rPr>
              <a:t>Promo page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Falcon units by retailer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graphicFrame>
        <p:nvGraphicFramePr>
          <p:cNvPr id="83" name="Chart 2"/>
          <p:cNvGraphicFramePr/>
          <p:nvPr/>
        </p:nvGraphicFramePr>
        <p:xfrm>
          <a:off x="914400" y="1371600"/>
          <a:ext cx="7314840" cy="457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Hidden: pricing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Do not share: Project Falcon pricing for Best Byte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Manager>Rachel Kim</Manager>
  <TotalTime>1</TotalTime>
  <Application>LibreOffice/24.2.7.2$Linux_X86_64 LibreOffice_project/420$Build-2</Application>
  <AppVersion>15.0000</AppVersion>
  <Words>0</Words>
  <Paragraphs>0</Paragraphs>
  <Company>Dalton Computers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2026-11-02T09:00:00Z</dcterms:created>
  <dc:creator>Taylor Brooks</dc:creator>
  <dc:description>generated using python-pptx</dc:description>
  <dc:language>en-US</dc:language>
  <cp:lastModifiedBy>Taylor Brooks</cp:lastModifiedBy>
  <dcterms:modified xsi:type="dcterms:W3CDTF">2026-11-02T09:00:00Z</dcterms:modified>
  <cp:revision>1</cp:revision>
  <dc:subject/>
  <dc:title>Dalton Computers Q3 review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