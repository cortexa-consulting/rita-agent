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Rachel Kim" initials="R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CmA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11-02T09:00:00.000" idx="1">
    <p:pos x="10" y="10"/>
    <p:text>Check the Kestrel dates with Tessa Monroe before Thursday.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Rachel that Kestrel is under NDA: no retailer sees the spec sheet before Dec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m1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Kestrel launch plan: Dalton Computers at Best Byte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Taylor Brooks for Rachel Kim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Kestrel lands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Endcaps in 40 Best Bytes across the West, then ValuMart in week 2.</a:t>
            </a:r>
          </a:p>
          <a:p>
            <a:r>
              <a:t>Tessa Monroe confirmed the Best Byte reset for Nov 16.</a:t>
            </a:r>
          </a:p>
          <a:p>
            <a:r>
              <a:t>Keisha Daniels at ValuMart wants samples by Nov 9.</a:t>
            </a:r>
          </a:p>
          <a:p>
            <a:r>
              <a:t>Kestrel stays under NDA until the Jan 12 announcement.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Sell-in by retailer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87680">
                <a:tc>
                  <a:txBody>
                    <a:bodyPr/>
                    <a:lstStyle/>
                    <a:p>
                      <a:r>
                        <a:t>Retailer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Best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Tessa Monroe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ValuMart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Keisha Daniels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if Kestrel slips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Fall back to the Aero 14 at Best Byte; Priya Shah owns the call with Dalton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Halcrest Retail Partners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Taylor Brooks</dc:creator>
  <cp:keywords/>
  <dc:description>generated using python-pptx</dc:description>
  <cp:lastModifiedBy>Taylor Brooks</cp:lastModifiedBy>
  <cp:revision>1</cp:revision>
  <dcterms:created xsi:type="dcterms:W3CDTF">2026-11-02T09:00:00Z</dcterms:created>
  <dcterms:modified xsi:type="dcterms:W3CDTF">2026-11-02T09:00:00Z</dcterms:modified>
  <cp:category/>
</cp:coreProperties>
</file>